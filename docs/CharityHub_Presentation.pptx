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C2185B">
              <a:alpha val="22000"/>
            </a:srgbClr>
          </a:solidFill>
          <a:ln w="12700">
            <a:solidFill>
              <a:srgbClr val="C218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CharityHub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Donation &amp; Volunteer Management Platform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22860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&amp; Security Course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&amp; Cybersecurity Department  |  ElSewedy University of Technology  |  2025–2026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5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Laravel 11  ·  Stripe  ·  Filament PHP  ·  Livewire  ·  Google Maps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502920" cy="8046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686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9418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goals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85623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856232"/>
            <a:ext cx="502920" cy="8046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5623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9293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22951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tools &amp; integrations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843784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843784"/>
            <a:ext cx="502920" cy="8046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4378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" y="29169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" y="3282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certificates, campaigns, volunteers, admin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831336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831336"/>
            <a:ext cx="502920" cy="8046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83133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9044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" y="42702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event-driven design, service abstraction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868680"/>
            <a:ext cx="502920" cy="8046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8686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9418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Implementation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IDOR, CSRF, mass assignment, file upload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85623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856232"/>
            <a:ext cx="502920" cy="8046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85623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30368" y="19293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Results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30368" y="22951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tests, 27 assertions — 100% pass 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843784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843784"/>
            <a:ext cx="502920" cy="8046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84378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30368" y="29169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30368" y="3282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donation + certificate flow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CharityHub?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CharityHub is a full-stack web platform built for non-profit organizations to manage fundraising campaigns, process secure donations, coordinate volunteers, and automate donor certificates — all from a single, secure Laravel 11 application.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built against a 20-point technical audit, achieving full 20/20 implementation across payments, security, frontend interactivity, testing, and documentation.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822960"/>
            <a:ext cx="1554480" cy="10058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005840"/>
            <a:ext cx="1554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20/20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852160" y="1426464"/>
            <a:ext cx="15544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requirements met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822960"/>
            <a:ext cx="1554480" cy="10058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005840"/>
            <a:ext cx="1554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498080" y="1426464"/>
            <a:ext cx="15544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920240"/>
            <a:ext cx="1554480" cy="10058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2103120"/>
            <a:ext cx="1554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852160" y="2523744"/>
            <a:ext cx="15544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assertions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920240"/>
            <a:ext cx="1554480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2103120"/>
            <a:ext cx="1554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498080" y="2523744"/>
            <a:ext cx="15544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modules delivered: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1325880" cy="658368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11480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4114800"/>
            <a:ext cx="1325880" cy="65836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37360" y="411480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Certificates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114800"/>
            <a:ext cx="1325880" cy="658368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411480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Campaigns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114800"/>
            <a:ext cx="1325880" cy="65836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411480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Volunteers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114800"/>
            <a:ext cx="1325880" cy="658368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411480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Admin Panel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4114800"/>
            <a:ext cx="1325880" cy="65836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0" y="411480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 &amp; Security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73152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33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Laravel 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35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framework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68680"/>
            <a:ext cx="73152" cy="10515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033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87752" y="1435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868680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868680"/>
            <a:ext cx="73152" cy="10515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033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Filament PHP v3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82312" y="1435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868680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868680"/>
            <a:ext cx="73152" cy="10515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033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 SDK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76872" y="1435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029968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029968"/>
            <a:ext cx="73152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194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Livewire v3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" y="2596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029968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23160" y="2029968"/>
            <a:ext cx="73152" cy="10515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2194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Laravel Socialite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87752" y="2596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029968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029968"/>
            <a:ext cx="73152" cy="10515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2194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DOMPDF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82312" y="2596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2029968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2029968"/>
            <a:ext cx="73152" cy="10515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2194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FullCalendar.js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76872" y="2596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scheduling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191256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191256"/>
            <a:ext cx="73152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355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 API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93192" y="3758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23160" y="3191256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23160" y="3191256"/>
            <a:ext cx="73152" cy="10515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87752" y="3355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PHPUnit + Mockery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587752" y="3758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3191256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3191256"/>
            <a:ext cx="73152" cy="10515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2312" y="3355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82312" y="3758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12280" y="3191256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12280" y="3191256"/>
            <a:ext cx="73152" cy="10515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76872" y="3355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QR Code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76872" y="3758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 &amp; Donations — Stripe Integration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3716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selects campaign + amount + type (one-time / recurring)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0299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idempotency key generated &amp; checked — prevents double-charging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6883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PaymentGatewayInterface routes to StripePaymentService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28416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33467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session created with correct mode (payment / subscription)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986784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40050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handles invoice.paid &amp; subscription.deleted events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86868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0" y="868680"/>
            <a:ext cx="73152" cy="8686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960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 protection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22392" y="12893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key checked before every session — no duplicate charges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1892808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57800" y="1892808"/>
            <a:ext cx="73152" cy="8686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1984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Recurring subscriptions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23134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subscription passed to Stripe for monthly donors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2916936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7800" y="2916936"/>
            <a:ext cx="73152" cy="8686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22392" y="3008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 listener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22392" y="3337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invoice.paid and subscription.deleted in real 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3941064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57800" y="3941064"/>
            <a:ext cx="73152" cy="8686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4032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abstraction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22392" y="4361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hidden behind interface — fully mockable in tests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Donor Certificates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donation triggers an automated certificate pipeline: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325880" cy="64008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4173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success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4480" y="1682496"/>
            <a:ext cx="137160" cy="36576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417320"/>
            <a:ext cx="1325880" cy="6400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14173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DonationReceived event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682496"/>
            <a:ext cx="137160" cy="36576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417320"/>
            <a:ext cx="1325880" cy="64008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14173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SendCertificateNotification listener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682496"/>
            <a:ext cx="137160" cy="36576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417320"/>
            <a:ext cx="1325880" cy="6400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4173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job dispatched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1682496"/>
            <a:ext cx="137160" cy="36576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417320"/>
            <a:ext cx="1325880" cy="64008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4173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DOMPDF generates PDF + QR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1682496"/>
            <a:ext cx="137160" cy="36576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1417320"/>
            <a:ext cx="1325880" cy="6400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4173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via SMTP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377440"/>
            <a:ext cx="20299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377440"/>
            <a:ext cx="2029968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2514600"/>
            <a:ext cx="594360" cy="594360"/>
          </a:xfrm>
          <a:prstGeom prst="ellipse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96896"/>
            <a:ext cx="429768" cy="4297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20040" y="320040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embedded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20040" y="363931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contains a scannable QR linking to the public verification URL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404872" y="2377440"/>
            <a:ext cx="20299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404872" y="2377440"/>
            <a:ext cx="2029968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18104" y="2514600"/>
            <a:ext cx="594360" cy="594360"/>
          </a:xfrm>
          <a:prstGeom prst="ellipse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96896"/>
            <a:ext cx="429768" cy="4297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496312" y="320040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email delivery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2496312" y="363931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emailed via Laravel Queue — donor's browser never waits for SMTP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581144" y="2377440"/>
            <a:ext cx="20299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581144" y="2377440"/>
            <a:ext cx="2029968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294376" y="2514600"/>
            <a:ext cx="594360" cy="594360"/>
          </a:xfrm>
          <a:prstGeom prst="ellipse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596896"/>
            <a:ext cx="429768" cy="42976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672584" y="320040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IDOR prevention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4672584" y="363931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auth()-&gt;id() verified against donation-&gt;user_id — HTTP 403 on mismatch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757416" y="2377440"/>
            <a:ext cx="20299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757416" y="2377440"/>
            <a:ext cx="2029968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470648" y="2514600"/>
            <a:ext cx="594360" cy="594360"/>
          </a:xfrm>
          <a:prstGeom prst="ellipse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2596896"/>
            <a:ext cx="429768" cy="42976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848856" y="320040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verification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6848856" y="3639312"/>
            <a:ext cx="1847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verification URL allows any third party to confirm certificate authenticity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Management — Maps, Gallery &amp; Real-time UI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4251960" cy="54864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33272"/>
            <a:ext cx="530352" cy="530352"/>
          </a:xfrm>
          <a:prstGeom prst="ellipse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2471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6984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 integration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16733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Latitude/longitude stored per campaign. Interactive map pin renders on show page only when coordinates exist — no console errors on legacy records.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8686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868680"/>
            <a:ext cx="4251960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73752" y="1033272"/>
            <a:ext cx="530352" cy="53035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12471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06984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Livewire progress bars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73752" y="16733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funding progress polls every 5 seconds via Livewire — no full page reload needed. Real-time without WebSockets.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29260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" y="2926080"/>
            <a:ext cx="425196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93192" y="3090672"/>
            <a:ext cx="530352" cy="53035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18211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312724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upload &amp; gallery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3192" y="37307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MIME-validated file upload (jpg/png/gif). Images stored on public disk. Campaign cards and show page render the uploaded banner dynamically.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29260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926080"/>
            <a:ext cx="425196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73752" y="3090672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8211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0" y="312724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SEO-friendly slug routing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73752" y="37307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Route::get('/campaigns/{campaign:slug}') — slugs used only for public show route to avoid breaking donation routes that pass numeric IDs.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meta tags on every campaign page — Facebook/Twitter link previews auto-populate with campaign image and description.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Management — Scheduling &amp; Hour Logging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FullCalendar.js scheduling interface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browse upcoming tasks visually by date. FullCalendar is loaded via CDN — no build toolchain needed. Tasks display as calendar events with title, capacity, and deadline.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59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rules enforced server-side: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761488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43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enforcement — registration blocked when task slots are full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1821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check — volunteers cannot register for past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39312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210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prevention — same-day conflict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078224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0599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logging — actual hours cannot exceed task's hours_required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517136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4988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only registered volunteers can submit hours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868680"/>
            <a:ext cx="3246120" cy="39776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9601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report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146304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0528" y="146304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06056" y="146304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01584" y="146304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204825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0528" y="204825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06056" y="204825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01584" y="204825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15000" y="26334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10528" y="26334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06056" y="26334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01584" y="26334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321868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10528" y="321868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06056" y="321868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01584" y="321868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3858768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logged vs. required displayed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on report page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 — Filament PHP v3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isolated administration dashboard at /admin — zero overlap with the main app routes or views.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743200" cy="10058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600200"/>
            <a:ext cx="27432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$XX.XX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2020824"/>
            <a:ext cx="274320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donations raised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743200" cy="10058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600200"/>
            <a:ext cx="27432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154680" y="2020824"/>
            <a:ext cx="274320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campaigns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743200" cy="10058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600200"/>
            <a:ext cx="27432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080760" y="2020824"/>
            <a:ext cx="274320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volunteers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Filament resources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2999232"/>
            <a:ext cx="28163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99232"/>
            <a:ext cx="73152" cy="8046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3438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delete, view all campaigns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999232"/>
            <a:ext cx="28163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999232"/>
            <a:ext cx="73152" cy="8046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438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donations, filter by status/type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2999232"/>
            <a:ext cx="28163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2999232"/>
            <a:ext cx="73152" cy="8046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1928" y="3438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 and roles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959352"/>
            <a:ext cx="28163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959352"/>
            <a:ext cx="73152" cy="8046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4050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Registrations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" y="43982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registrations per task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72968" y="3959352"/>
            <a:ext cx="28163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3959352"/>
            <a:ext cx="73152" cy="8046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4050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Tasks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43982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schedulable volunteer tasks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" y="47091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restricted to Admin role only — enforced via Spatie Laravel-Permission in AdminPanelProvider.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Layered MVC + Event-Driven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5669280" cy="475488"/>
          </a:xfrm>
          <a:prstGeom prst="rect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1440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26664" y="1389888"/>
            <a:ext cx="73152" cy="914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481328"/>
            <a:ext cx="5522976" cy="475488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" y="1481328"/>
            <a:ext cx="5522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layer — Routes + Middleware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26664" y="1956816"/>
            <a:ext cx="73152" cy="914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" y="2048256"/>
            <a:ext cx="5376672" cy="47548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" y="2048256"/>
            <a:ext cx="5376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— Public App (Blade·Livewire)  |  Admin Panel (Filament)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26664" y="2523744"/>
            <a:ext cx="73152" cy="914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" y="2615184"/>
            <a:ext cx="5230368" cy="47548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" y="2615184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domain — Payments  |  Events + Jobs  |  Certificates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26664" y="3090672"/>
            <a:ext cx="73152" cy="914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3182112"/>
            <a:ext cx="5084064" cy="47548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" y="3182112"/>
            <a:ext cx="5084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8.0 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services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325880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325880"/>
            <a:ext cx="73152" cy="475488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892808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892808"/>
            <a:ext cx="73152" cy="475488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1892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JS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459736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459736"/>
            <a:ext cx="73152" cy="475488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4597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(Socialite)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026664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26664"/>
            <a:ext cx="73152" cy="475488"/>
          </a:xfrm>
          <a:prstGeom prst="rect">
            <a:avLst/>
          </a:prstGeom>
          <a:solidFill>
            <a:srgbClr val="6B4C82"/>
          </a:solidFill>
          <a:ln w="12700">
            <a:solidFill>
              <a:srgbClr val="6B4C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30266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Mailtrap SMTP relay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2267712"/>
            <a:ext cx="0" cy="0"/>
          </a:xfrm>
          <a:prstGeom prst="line">
            <a:avLst/>
          </a:prstGeom>
          <a:noFill/>
          <a:ln w="12700">
            <a:solidFill>
              <a:srgbClr val="6B4C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794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 applied: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" y="4206240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879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PaymentGatewayInterface — Stripe decoupled from controllers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4480560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622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DonationReceived event — side effects handled by listeners, not controllers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4754880"/>
            <a:ext cx="146304" cy="14630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3659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segregation — /admin isolated from routes/web.php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Implementation</a:t>
            </a:r>
            <a:endParaRPr lang="en-US" sz="3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Implementation — OWASP-Aligned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418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Double-charging (race condition)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2893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SHA-256 idempotency key checked before every Stripe session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1728" y="868680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868680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418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IDOR on certificates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2893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auth()-&gt;id() vs donation-&gt;user_id — HTTP 403 on mismatch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92808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92808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965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Mass assignment injection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Eloquent models use strict $fillable whitelists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892808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892808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65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Malicious file upload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MIME validation (jpeg/png/gif only) + isolated public disk storage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16936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16936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990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Admin panel exposure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3337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Filament on own middleware stack, not in routes/web.php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916936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916936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90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CSRF bypass on webhooks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337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 CSRF-exempt; verified by Stripe-Signature header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941064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941064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40142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Privilege escalation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" y="4361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Spatie role checks at route middleware AND controller level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3941064"/>
            <a:ext cx="4279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3941064"/>
            <a:ext cx="73152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142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Sensitive key exposure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361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secrets in .env — never hardcoded; .env in .gitignore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Results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Testing — PHPUnit + Mockery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11680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5156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28600" y="1389888"/>
            <a:ext cx="201168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868680"/>
            <a:ext cx="2011680" cy="8686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5156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423160" y="1389888"/>
            <a:ext cx="201168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assertions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2011680" cy="86868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5156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617720" y="1389888"/>
            <a:ext cx="201168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868680"/>
            <a:ext cx="2011680" cy="8686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5156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~3.2s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12280" y="1389888"/>
            <a:ext cx="201168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74520"/>
          <a:ext cx="8686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94360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0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0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0A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test_one_time_donation_creates_stripe_checkout_session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test_duplicate_idempotency_key_is_rejected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test_recurring_donation_sends_subscription_mode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test_donor_can_download_their_own_certificate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test_user_cannot_download_someone_elses_certificate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test_image_upload_stores_file_correctly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test_slug_routing_resolves_correct_campaign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test_log_hours_rejects_hours_exceeding_required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test_only_registered_volunteers_can_log_hours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28600" y="471830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use Storage::fake() and Mockery — no real Stripe charges or file writes occur during the test suite.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E91E8C">
              <a:alpha val="15000"/>
            </a:srgbClr>
          </a:solidFill>
          <a:ln w="12700">
            <a:solidFill>
              <a:srgbClr val="E91E8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Visit /campaigns and browse campaigns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96265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Click Donate → complete Stripe Checkout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3649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Check inbox for automated certificate email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7673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Scan QR code on certificate → verification page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696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Visit /admin → review donation in Filament panel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View /volunteer → browse FullCalendar schedule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2185B">
              <a:alpha val="18000"/>
            </a:srgbClr>
          </a:solidFill>
          <a:ln w="12700">
            <a:solidFill>
              <a:srgbClr val="C2185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450592"/>
            <a:ext cx="274320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651760"/>
            <a:ext cx="182880" cy="1828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33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 audit requirements implemented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82880" cy="1828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92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automated tests — 100% pass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182880" cy="1828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49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security coverage — IDOR, CSRF, mass assignment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182880" cy="1828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30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with Laravel Queues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182880" cy="1828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965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Filament admin panel + SEO slug routing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&amp; Security Course  ·  ElSewedy University of Technology  ·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CharityHub — Project Presentation</dc:title>
  <dc:subject>PptxGenJS Presentation</dc:subject>
  <dc:creator>ElSewedy University of Technology</dc:creator>
  <cp:lastModifiedBy>ElSewedy University of Technology</cp:lastModifiedBy>
  <cp:revision>1</cp:revision>
  <dcterms:created xsi:type="dcterms:W3CDTF">2026-05-10T04:04:09Z</dcterms:created>
  <dcterms:modified xsi:type="dcterms:W3CDTF">2026-05-10T04:04:09Z</dcterms:modified>
</cp:coreProperties>
</file>